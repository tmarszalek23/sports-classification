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2555CF-AA38-48A8-83DC-B8875726BE1F}">
  <a:tblStyle styleId="{AD2555CF-AA38-48A8-83DC-B8875726BE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W tym projekcie zajmowałem się klasyfikacją obrazów sportów z użyciem konwolucyjnych sieci neuronowych.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Głównym celem było porównanie wpływu danych rzeczywistych, syntetycznych oraz różnych augmentacji na jakość klasyfikacji.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65f3f5b8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65f3f5b8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Celem projektu było zaprojektowanie i wytrenowanie modeli CNN do klasyfikacji obrazów sportów.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Chciałem sprawdzić, czy lepsze wyniki daje trening na danych rzeczywistych czy syntetycznych, jak wpływa augmentacja oraz która architektura sieci działa lepiej.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65f3f5b8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65f3f5b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Zadanie polegało na klasyfikacji obrazu do jednej z pięciu klas sportowych.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Model dostaje obraz i musi zdecydować, czy przedstawia on piłkę nożną, koszykówkę, tenis, boks czy pływanie.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Jest to klasyczny problem klasyfikacji wieloklasowej.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65f3f5b8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65f3f5b8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Cały zbiór danych składał się z 220 obrazów, zgodnie z wymaganiami projektu.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110 obrazów było rzeczywistych, a 110 syntetycznych.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Dodatkowo wydzielono stały zbiór testowy z 20 realnych obrazów, po 4 na klasę, który nie był używany w treningu.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Dzięki temu wszystkie modele były testowane w identycznych warunkach.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65f3f5b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65f3f5b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Zdefiniowano cztery scenariusze treningowe.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W pierwszym model trenował na wszystkich danych, czyli realnych i syntetycznych.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W drugim tylko na syntetycznych.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W trzecim tylko na realnych.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A w czwartym na wyrównanym zbiorze bez miksowania typów danych.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Dzięki temu można było sprawdzić, jak rodzaj danych wpływa na wynik.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65f3f5b8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65f3f5b8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W projekcie użyto dwóch architektur: ResNet18 oraz MobileNetV2.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Obie były wstępnie wytrenowane i dostosowane do klasyfikacji pięciu klas.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Dodatkowo zastosowano cztery warianty augmentacji: brak zmian, odbicie lustrzane, zmiany jasności i kontrastu oraz rotację.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Łącznie wykonano 32 eksperymenty.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65f3f5b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65f3f5b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Na tym wykresie widać wyniki dla modelu ResNet18.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Accuracy wahało się głównie między 0.4 a 0.6.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Najlepsze wyniki pojawiały się przy treningu na danych rzeczywistych oraz przy zastosowaniu augmentacji.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5f3f5b8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5f3f5b8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Tutaj widzimy wyniki dla MobileNetV2.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Ten model osiągnął znacznie lepsze rezultaty, nawet do 0.95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Najlepsze wyniki uzyskano przy treningu tylko na danych rzeczywistych oraz przy augmentacjach zmiany jasności i rotacji.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65f3f5b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65f3f5b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Najważniejszym wnioskiem jest to, że dane rzeczywiste dawały najlepsze wyniki.</a:t>
            </a:r>
            <a:br>
              <a:rPr lang="pl"/>
            </a:br>
            <a:r>
              <a:rPr lang="pl"/>
              <a:t> Augmentacja poprawiała zdolność modelu do generalizacji.</a:t>
            </a:r>
            <a:br>
              <a:rPr lang="pl"/>
            </a:br>
            <a:r>
              <a:rPr lang="pl"/>
              <a:t> Dodatkowo MobileNetV2 okazał się lepszą architekturą niż ResNet18 dla tego małego zbioru danych.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pl" sz="1700"/>
              <a:t>Klasyfikacja obrazów sportów z użyciem CNN</a:t>
            </a:r>
            <a:endParaRPr b="1"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700"/>
              <a:t>Porównanie danych rzeczywistych, syntetycznych i augmentacji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/>
              <a:t>Tomasz Marszałek, 25708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 projektu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Celem projektu było: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zaprojektowanie systemu klasyfikacji obrazów sportów,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porównanie wpływu: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l">
                <a:solidFill>
                  <a:schemeClr val="dk1"/>
                </a:solidFill>
              </a:rPr>
              <a:t>danych rzeczywistych,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l">
                <a:solidFill>
                  <a:schemeClr val="dk1"/>
                </a:solidFill>
              </a:rPr>
              <a:t>danych syntetycznych,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l">
                <a:solidFill>
                  <a:schemeClr val="dk1"/>
                </a:solidFill>
              </a:rPr>
              <a:t>augmentacji,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l">
                <a:solidFill>
                  <a:schemeClr val="dk1"/>
                </a:solidFill>
              </a:rPr>
              <a:t>architektury sieci CNN na jakość klasyfikacji.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Klasy i problem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Zadanie: klasyfikacja obrazu do jednej z 5 klas sportowych: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football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basketball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tennis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boxing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swimming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Problem: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klasyfikacja wieloklasowa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model musi wybrać jedną z 5 klas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Zbiór danych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chemeClr val="dk1"/>
                </a:solidFill>
              </a:rPr>
              <a:t>Łącznie: 220 obrazów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100">
                <a:solidFill>
                  <a:schemeClr val="dk1"/>
                </a:solidFill>
              </a:rPr>
              <a:t>Real (train + test): 110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100">
                <a:solidFill>
                  <a:schemeClr val="dk1"/>
                </a:solidFill>
              </a:rPr>
              <a:t>Synthetic (train): 110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100">
                <a:solidFill>
                  <a:schemeClr val="dk1"/>
                </a:solidFill>
              </a:rPr>
              <a:t>Stały zbiór testowy: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 sz="1100">
                <a:solidFill>
                  <a:schemeClr val="dk1"/>
                </a:solidFill>
              </a:rPr>
              <a:t>20 realnych obrazów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 sz="1100">
                <a:solidFill>
                  <a:schemeClr val="dk1"/>
                </a:solidFill>
              </a:rPr>
              <a:t>4 na klasę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 sz="1100">
                <a:solidFill>
                  <a:schemeClr val="dk1"/>
                </a:solidFill>
              </a:rPr>
              <a:t>nigdy nie używany w treningu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Scenariusze eksperymentów</a:t>
            </a:r>
            <a:endParaRPr/>
          </a:p>
        </p:txBody>
      </p:sp>
      <p:graphicFrame>
        <p:nvGraphicFramePr>
          <p:cNvPr id="88" name="Google Shape;88;p17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{AD2555CF-AA38-48A8-83DC-B8875726BE1F}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Scenariusz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Opis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real + synthetic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lang="pl">
                          <a:solidFill>
                            <a:schemeClr val="dk1"/>
                          </a:solidFill>
                        </a:rPr>
                        <a:t>ylko synthetic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tylko real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wyrównane dane bez miksu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Architektury i augmentacje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Architektury CNN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ResNet18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MobileNetV2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Augmentacje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A0 – brak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A1 – flip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A2 – jasność i kontrast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A3 – rotacja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Wyniki: ResNet18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050" y="1017725"/>
            <a:ext cx="5230975" cy="392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Wyniki: MobileNetV2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357950"/>
            <a:ext cx="6077899" cy="35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Najważniejsze obserwacje: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l">
                <a:solidFill>
                  <a:schemeClr val="dk1"/>
                </a:solidFill>
              </a:rPr>
              <a:t>Dane rzeczywiste dają najlepsze wyniki.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l">
                <a:solidFill>
                  <a:schemeClr val="dk1"/>
                </a:solidFill>
              </a:rPr>
              <a:t>Augmentacja poprawia generalizację modeli.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l">
                <a:solidFill>
                  <a:schemeClr val="dk1"/>
                </a:solidFill>
              </a:rPr>
              <a:t>MobileNetV2 przewyższa ResNet18 na małym zbiorze danych.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